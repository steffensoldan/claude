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394846"/>
      </a:dk1>
      <a:lt1>
        <a:srgbClr val="FFFFFF"/>
      </a:lt1>
      <a:dk2>
        <a:srgbClr val="575756"/>
      </a:dk2>
      <a:lt2>
        <a:srgbClr val="C2DDE1"/>
      </a:lt2>
      <a:accent1>
        <a:srgbClr val="80B3C4"/>
      </a:accent1>
      <a:accent2>
        <a:srgbClr val="7FBEC4"/>
      </a:accent2>
      <a:accent3>
        <a:srgbClr val="CEDB2D"/>
      </a:accent3>
      <a:accent4>
        <a:srgbClr val="A2BC0C"/>
      </a:accent4>
      <a:accent5>
        <a:srgbClr val="C2DDE1"/>
      </a:accent5>
      <a:accent6>
        <a:srgbClr val="575756"/>
      </a:accent6>
      <a:hlink>
        <a:srgbClr val="80B3C4"/>
      </a:hlink>
      <a:folHlink>
        <a:srgbClr val="575756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